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</p:sldMasterIdLst>
  <p:sldIdLst>
    <p:sldId id="257" r:id="rId6"/>
  </p:sldIdLst>
  <p:sldSz cx="8999538" cy="5040313"/>
  <p:notesSz cx="6858000" cy="9144000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0039"/>
    <a:srgbClr val="A0A044"/>
    <a:srgbClr val="6B641F"/>
    <a:srgbClr val="CEC3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43189-2BFA-49ED-8B7A-3B26B7C9A270}" v="3" dt="2026-06-23T15:04:20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88" autoAdjust="0"/>
    <p:restoredTop sz="94660"/>
  </p:normalViewPr>
  <p:slideViewPr>
    <p:cSldViewPr snapToGrid="0">
      <p:cViewPr>
        <p:scale>
          <a:sx n="100" d="100"/>
          <a:sy n="100" d="100"/>
        </p:scale>
        <p:origin x="2472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ke,Dr.,Nina (CPS ClinPh) BIP-DE-I" userId="d96c1b01-9ca2-4848-98f1-bb30d05930aa" providerId="ADAL" clId="{A5EFD3DA-AE80-4756-B139-A64124DEACB0}"/>
    <pc:docChg chg="undo redo custSel modSld">
      <pc:chgData name="Hanke,Dr.,Nina (CPS ClinPh) BIP-DE-I" userId="d96c1b01-9ca2-4848-98f1-bb30d05930aa" providerId="ADAL" clId="{A5EFD3DA-AE80-4756-B139-A64124DEACB0}" dt="2026-06-23T15:04:20.739" v="139" actId="164"/>
      <pc:docMkLst>
        <pc:docMk/>
      </pc:docMkLst>
      <pc:sldChg chg="addSp delSp modSp mod chgLayout">
        <pc:chgData name="Hanke,Dr.,Nina (CPS ClinPh) BIP-DE-I" userId="d96c1b01-9ca2-4848-98f1-bb30d05930aa" providerId="ADAL" clId="{A5EFD3DA-AE80-4756-B139-A64124DEACB0}" dt="2026-06-23T15:04:20.739" v="139" actId="164"/>
        <pc:sldMkLst>
          <pc:docMk/>
          <pc:sldMk cId="2088911489" sldId="257"/>
        </pc:sldMkLst>
        <pc:spChg chg="mod">
          <ac:chgData name="Hanke,Dr.,Nina (CPS ClinPh) BIP-DE-I" userId="d96c1b01-9ca2-4848-98f1-bb30d05930aa" providerId="ADAL" clId="{A5EFD3DA-AE80-4756-B139-A64124DEACB0}" dt="2026-06-23T15:01:43.567" v="45" actId="1036"/>
          <ac:spMkLst>
            <pc:docMk/>
            <pc:sldMk cId="2088911489" sldId="257"/>
            <ac:spMk id="13" creationId="{B47A2F28-05AD-E08C-D62F-2B355417CF42}"/>
          </ac:spMkLst>
        </pc:spChg>
        <pc:spChg chg="mod">
          <ac:chgData name="Hanke,Dr.,Nina (CPS ClinPh) BIP-DE-I" userId="d96c1b01-9ca2-4848-98f1-bb30d05930aa" providerId="ADAL" clId="{A5EFD3DA-AE80-4756-B139-A64124DEACB0}" dt="2026-06-23T14:59:55.246" v="20"/>
          <ac:spMkLst>
            <pc:docMk/>
            <pc:sldMk cId="2088911489" sldId="257"/>
            <ac:spMk id="14" creationId="{9FA69C33-F653-ECCF-0169-D7739BE7DE74}"/>
          </ac:spMkLst>
        </pc:spChg>
        <pc:spChg chg="del mod">
          <ac:chgData name="Hanke,Dr.,Nina (CPS ClinPh) BIP-DE-I" userId="d96c1b01-9ca2-4848-98f1-bb30d05930aa" providerId="ADAL" clId="{A5EFD3DA-AE80-4756-B139-A64124DEACB0}" dt="2026-06-23T15:00:01.074" v="21" actId="478"/>
          <ac:spMkLst>
            <pc:docMk/>
            <pc:sldMk cId="2088911489" sldId="257"/>
            <ac:spMk id="15" creationId="{F29916F2-0A3D-462B-142B-22EFE77146EC}"/>
          </ac:spMkLst>
        </pc:spChg>
        <pc:spChg chg="mod">
          <ac:chgData name="Hanke,Dr.,Nina (CPS ClinPh) BIP-DE-I" userId="d96c1b01-9ca2-4848-98f1-bb30d05930aa" providerId="ADAL" clId="{A5EFD3DA-AE80-4756-B139-A64124DEACB0}" dt="2026-06-23T14:59:55.246" v="20"/>
          <ac:spMkLst>
            <pc:docMk/>
            <pc:sldMk cId="2088911489" sldId="257"/>
            <ac:spMk id="16" creationId="{FAEEA506-9E99-0620-5474-552E4B8AB421}"/>
          </ac:spMkLst>
        </pc:spChg>
        <pc:spChg chg="mod">
          <ac:chgData name="Hanke,Dr.,Nina (CPS ClinPh) BIP-DE-I" userId="d96c1b01-9ca2-4848-98f1-bb30d05930aa" providerId="ADAL" clId="{A5EFD3DA-AE80-4756-B139-A64124DEACB0}" dt="2026-06-23T14:59:55.246" v="20"/>
          <ac:spMkLst>
            <pc:docMk/>
            <pc:sldMk cId="2088911489" sldId="257"/>
            <ac:spMk id="17" creationId="{4BC66516-0225-9376-98E0-E3C56EE24628}"/>
          </ac:spMkLst>
        </pc:spChg>
        <pc:spChg chg="mod">
          <ac:chgData name="Hanke,Dr.,Nina (CPS ClinPh) BIP-DE-I" userId="d96c1b01-9ca2-4848-98f1-bb30d05930aa" providerId="ADAL" clId="{A5EFD3DA-AE80-4756-B139-A64124DEACB0}" dt="2026-06-23T14:59:55.246" v="20"/>
          <ac:spMkLst>
            <pc:docMk/>
            <pc:sldMk cId="2088911489" sldId="257"/>
            <ac:spMk id="20" creationId="{9B6EB250-512B-E9EF-A835-21490F1E887B}"/>
          </ac:spMkLst>
        </pc:spChg>
        <pc:spChg chg="mod">
          <ac:chgData name="Hanke,Dr.,Nina (CPS ClinPh) BIP-DE-I" userId="d96c1b01-9ca2-4848-98f1-bb30d05930aa" providerId="ADAL" clId="{A5EFD3DA-AE80-4756-B139-A64124DEACB0}" dt="2026-06-23T14:59:55.246" v="20"/>
          <ac:spMkLst>
            <pc:docMk/>
            <pc:sldMk cId="2088911489" sldId="257"/>
            <ac:spMk id="21" creationId="{ECF526B3-0B08-A252-82DB-426F2F34CDB7}"/>
          </ac:spMkLst>
        </pc:spChg>
        <pc:spChg chg="mod">
          <ac:chgData name="Hanke,Dr.,Nina (CPS ClinPh) BIP-DE-I" userId="d96c1b01-9ca2-4848-98f1-bb30d05930aa" providerId="ADAL" clId="{A5EFD3DA-AE80-4756-B139-A64124DEACB0}" dt="2026-06-23T14:59:55.246" v="20"/>
          <ac:spMkLst>
            <pc:docMk/>
            <pc:sldMk cId="2088911489" sldId="257"/>
            <ac:spMk id="22" creationId="{B6FD63F9-DD07-D3D2-CFC5-5BEE09C24A0F}"/>
          </ac:spMkLst>
        </pc:spChg>
        <pc:spChg chg="mod">
          <ac:chgData name="Hanke,Dr.,Nina (CPS ClinPh) BIP-DE-I" userId="d96c1b01-9ca2-4848-98f1-bb30d05930aa" providerId="ADAL" clId="{A5EFD3DA-AE80-4756-B139-A64124DEACB0}" dt="2026-06-23T14:59:55.246" v="20"/>
          <ac:spMkLst>
            <pc:docMk/>
            <pc:sldMk cId="2088911489" sldId="257"/>
            <ac:spMk id="23" creationId="{F179497C-7561-259C-418B-EB784ED1D0E5}"/>
          </ac:spMkLst>
        </pc:spChg>
        <pc:spChg chg="del">
          <ac:chgData name="Hanke,Dr.,Nina (CPS ClinPh) BIP-DE-I" userId="d96c1b01-9ca2-4848-98f1-bb30d05930aa" providerId="ADAL" clId="{A5EFD3DA-AE80-4756-B139-A64124DEACB0}" dt="2026-06-23T14:58:25.061" v="0" actId="478"/>
          <ac:spMkLst>
            <pc:docMk/>
            <pc:sldMk cId="2088911489" sldId="257"/>
            <ac:spMk id="27" creationId="{3529796A-F003-4598-96A5-F678DAE42860}"/>
          </ac:spMkLst>
        </pc:spChg>
        <pc:spChg chg="add del mod ord">
          <ac:chgData name="Hanke,Dr.,Nina (CPS ClinPh) BIP-DE-I" userId="d96c1b01-9ca2-4848-98f1-bb30d05930aa" providerId="ADAL" clId="{A5EFD3DA-AE80-4756-B139-A64124DEACB0}" dt="2026-06-23T15:02:58.957" v="69" actId="6264"/>
          <ac:spMkLst>
            <pc:docMk/>
            <pc:sldMk cId="2088911489" sldId="257"/>
            <ac:spMk id="34" creationId="{F0CC0BB9-5E5A-386C-D900-FEF791F6FC51}"/>
          </ac:spMkLst>
        </pc:spChg>
        <pc:spChg chg="add del mod ord">
          <ac:chgData name="Hanke,Dr.,Nina (CPS ClinPh) BIP-DE-I" userId="d96c1b01-9ca2-4848-98f1-bb30d05930aa" providerId="ADAL" clId="{A5EFD3DA-AE80-4756-B139-A64124DEACB0}" dt="2026-06-23T15:02:58.957" v="69" actId="6264"/>
          <ac:spMkLst>
            <pc:docMk/>
            <pc:sldMk cId="2088911489" sldId="257"/>
            <ac:spMk id="35" creationId="{02B8066A-3393-C5F6-B9AE-CAEA31D2F1D5}"/>
          </ac:spMkLst>
        </pc:spChg>
        <pc:spChg chg="mod">
          <ac:chgData name="Hanke,Dr.,Nina (CPS ClinPh) BIP-DE-I" userId="d96c1b01-9ca2-4848-98f1-bb30d05930aa" providerId="ADAL" clId="{A5EFD3DA-AE80-4756-B139-A64124DEACB0}" dt="2026-06-23T15:03:22.734" v="99" actId="14100"/>
          <ac:spMkLst>
            <pc:docMk/>
            <pc:sldMk cId="2088911489" sldId="257"/>
            <ac:spMk id="56" creationId="{0A357C56-BAD9-4853-91EE-2F1649F1828A}"/>
          </ac:spMkLst>
        </pc:spChg>
        <pc:spChg chg="del">
          <ac:chgData name="Hanke,Dr.,Nina (CPS ClinPh) BIP-DE-I" userId="d96c1b01-9ca2-4848-98f1-bb30d05930aa" providerId="ADAL" clId="{A5EFD3DA-AE80-4756-B139-A64124DEACB0}" dt="2026-06-23T14:59:19.893" v="15" actId="478"/>
          <ac:spMkLst>
            <pc:docMk/>
            <pc:sldMk cId="2088911489" sldId="257"/>
            <ac:spMk id="73" creationId="{3B36568C-F1AC-4C56-82E9-751A6283020E}"/>
          </ac:spMkLst>
        </pc:spChg>
        <pc:spChg chg="del">
          <ac:chgData name="Hanke,Dr.,Nina (CPS ClinPh) BIP-DE-I" userId="d96c1b01-9ca2-4848-98f1-bb30d05930aa" providerId="ADAL" clId="{A5EFD3DA-AE80-4756-B139-A64124DEACB0}" dt="2026-06-23T14:59:18.799" v="14" actId="478"/>
          <ac:spMkLst>
            <pc:docMk/>
            <pc:sldMk cId="2088911489" sldId="257"/>
            <ac:spMk id="74" creationId="{30AE1D67-1A73-4290-BF1C-838E2810220E}"/>
          </ac:spMkLst>
        </pc:spChg>
        <pc:spChg chg="del mod">
          <ac:chgData name="Hanke,Dr.,Nina (CPS ClinPh) BIP-DE-I" userId="d96c1b01-9ca2-4848-98f1-bb30d05930aa" providerId="ADAL" clId="{A5EFD3DA-AE80-4756-B139-A64124DEACB0}" dt="2026-06-23T14:59:27.025" v="19" actId="478"/>
          <ac:spMkLst>
            <pc:docMk/>
            <pc:sldMk cId="2088911489" sldId="257"/>
            <ac:spMk id="75" creationId="{234E6B2D-5E04-446D-9D83-8C86BAA818DE}"/>
          </ac:spMkLst>
        </pc:spChg>
        <pc:spChg chg="del mod">
          <ac:chgData name="Hanke,Dr.,Nina (CPS ClinPh) BIP-DE-I" userId="d96c1b01-9ca2-4848-98f1-bb30d05930aa" providerId="ADAL" clId="{A5EFD3DA-AE80-4756-B139-A64124DEACB0}" dt="2026-06-23T14:58:58.187" v="6" actId="478"/>
          <ac:spMkLst>
            <pc:docMk/>
            <pc:sldMk cId="2088911489" sldId="257"/>
            <ac:spMk id="82" creationId="{901ABB62-9433-4052-B7AC-CC55EEC6EB10}"/>
          </ac:spMkLst>
        </pc:spChg>
        <pc:spChg chg="del">
          <ac:chgData name="Hanke,Dr.,Nina (CPS ClinPh) BIP-DE-I" userId="d96c1b01-9ca2-4848-98f1-bb30d05930aa" providerId="ADAL" clId="{A5EFD3DA-AE80-4756-B139-A64124DEACB0}" dt="2026-06-23T14:59:21.512" v="16" actId="478"/>
          <ac:spMkLst>
            <pc:docMk/>
            <pc:sldMk cId="2088911489" sldId="257"/>
            <ac:spMk id="91" creationId="{AEA17713-094A-4BDC-A237-886245610EB6}"/>
          </ac:spMkLst>
        </pc:spChg>
        <pc:spChg chg="del">
          <ac:chgData name="Hanke,Dr.,Nina (CPS ClinPh) BIP-DE-I" userId="d96c1b01-9ca2-4848-98f1-bb30d05930aa" providerId="ADAL" clId="{A5EFD3DA-AE80-4756-B139-A64124DEACB0}" dt="2026-06-23T14:59:00.710" v="7" actId="478"/>
          <ac:spMkLst>
            <pc:docMk/>
            <pc:sldMk cId="2088911489" sldId="257"/>
            <ac:spMk id="96" creationId="{FD52EBD5-9379-49D0-8F14-2E922C6AE592}"/>
          </ac:spMkLst>
        </pc:spChg>
        <pc:spChg chg="del">
          <ac:chgData name="Hanke,Dr.,Nina (CPS ClinPh) BIP-DE-I" userId="d96c1b01-9ca2-4848-98f1-bb30d05930aa" providerId="ADAL" clId="{A5EFD3DA-AE80-4756-B139-A64124DEACB0}" dt="2026-06-23T14:58:46.232" v="4" actId="478"/>
          <ac:spMkLst>
            <pc:docMk/>
            <pc:sldMk cId="2088911489" sldId="257"/>
            <ac:spMk id="225" creationId="{158BD913-E196-4523-91A6-0074CF2173D6}"/>
          </ac:spMkLst>
        </pc:spChg>
        <pc:spChg chg="del">
          <ac:chgData name="Hanke,Dr.,Nina (CPS ClinPh) BIP-DE-I" userId="d96c1b01-9ca2-4848-98f1-bb30d05930aa" providerId="ADAL" clId="{A5EFD3DA-AE80-4756-B139-A64124DEACB0}" dt="2026-06-23T14:59:25.469" v="18" actId="478"/>
          <ac:spMkLst>
            <pc:docMk/>
            <pc:sldMk cId="2088911489" sldId="257"/>
            <ac:spMk id="244" creationId="{F387589C-E349-4DAC-8146-D780AB632BC4}"/>
          </ac:spMkLst>
        </pc:spChg>
        <pc:grpChg chg="add del mod">
          <ac:chgData name="Hanke,Dr.,Nina (CPS ClinPh) BIP-DE-I" userId="d96c1b01-9ca2-4848-98f1-bb30d05930aa" providerId="ADAL" clId="{A5EFD3DA-AE80-4756-B139-A64124DEACB0}" dt="2026-06-23T15:04:20.739" v="139" actId="164"/>
          <ac:grpSpMkLst>
            <pc:docMk/>
            <pc:sldMk cId="2088911489" sldId="257"/>
            <ac:grpSpMk id="2" creationId="{BCAE344D-4F0E-B748-6127-5C543E13F4BC}"/>
          </ac:grpSpMkLst>
        </pc:grpChg>
        <pc:grpChg chg="mod">
          <ac:chgData name="Hanke,Dr.,Nina (CPS ClinPh) BIP-DE-I" userId="d96c1b01-9ca2-4848-98f1-bb30d05930aa" providerId="ADAL" clId="{A5EFD3DA-AE80-4756-B139-A64124DEACB0}" dt="2026-06-23T15:04:20.739" v="139" actId="164"/>
          <ac:grpSpMkLst>
            <pc:docMk/>
            <pc:sldMk cId="2088911489" sldId="257"/>
            <ac:grpSpMk id="11" creationId="{2922F67E-2DB7-2990-EE2E-9673A11E6930}"/>
          </ac:grpSpMkLst>
        </pc:grpChg>
        <pc:grpChg chg="add mod">
          <ac:chgData name="Hanke,Dr.,Nina (CPS ClinPh) BIP-DE-I" userId="d96c1b01-9ca2-4848-98f1-bb30d05930aa" providerId="ADAL" clId="{A5EFD3DA-AE80-4756-B139-A64124DEACB0}" dt="2026-06-23T15:04:20.739" v="139" actId="164"/>
          <ac:grpSpMkLst>
            <pc:docMk/>
            <pc:sldMk cId="2088911489" sldId="257"/>
            <ac:grpSpMk id="36" creationId="{29FE66A5-143A-7B46-44F1-7AFCDE5A4FD8}"/>
          </ac:grpSpMkLst>
        </pc:grpChg>
        <pc:grpChg chg="del">
          <ac:chgData name="Hanke,Dr.,Nina (CPS ClinPh) BIP-DE-I" userId="d96c1b01-9ca2-4848-98f1-bb30d05930aa" providerId="ADAL" clId="{A5EFD3DA-AE80-4756-B139-A64124DEACB0}" dt="2026-06-23T14:59:21.512" v="16" actId="478"/>
          <ac:grpSpMkLst>
            <pc:docMk/>
            <pc:sldMk cId="2088911489" sldId="257"/>
            <ac:grpSpMk id="176" creationId="{4BBF0E06-1277-4994-AFE9-B37C048D848A}"/>
          </ac:grpSpMkLst>
        </pc:grpChg>
        <pc:picChg chg="del">
          <ac:chgData name="Hanke,Dr.,Nina (CPS ClinPh) BIP-DE-I" userId="d96c1b01-9ca2-4848-98f1-bb30d05930aa" providerId="ADAL" clId="{A5EFD3DA-AE80-4756-B139-A64124DEACB0}" dt="2026-06-23T14:58:25.844" v="1" actId="478"/>
          <ac:picMkLst>
            <pc:docMk/>
            <pc:sldMk cId="2088911489" sldId="257"/>
            <ac:picMk id="26" creationId="{A5DF4011-45B9-1D7F-98F9-EE7FEB6E0726}"/>
          </ac:picMkLst>
        </pc:picChg>
        <pc:picChg chg="mod">
          <ac:chgData name="Hanke,Dr.,Nina (CPS ClinPh) BIP-DE-I" userId="d96c1b01-9ca2-4848-98f1-bb30d05930aa" providerId="ADAL" clId="{A5EFD3DA-AE80-4756-B139-A64124DEACB0}" dt="2026-06-23T14:59:55.246" v="20"/>
          <ac:picMkLst>
            <pc:docMk/>
            <pc:sldMk cId="2088911489" sldId="257"/>
            <ac:picMk id="33" creationId="{C9CE784B-DBE1-3AC9-A7FA-2F744289B107}"/>
          </ac:picMkLst>
        </pc:picChg>
        <pc:cxnChg chg="del mod">
          <ac:chgData name="Hanke,Dr.,Nina (CPS ClinPh) BIP-DE-I" userId="d96c1b01-9ca2-4848-98f1-bb30d05930aa" providerId="ADAL" clId="{A5EFD3DA-AE80-4756-B139-A64124DEACB0}" dt="2026-06-23T14:59:12.412" v="11" actId="478"/>
          <ac:cxnSpMkLst>
            <pc:docMk/>
            <pc:sldMk cId="2088911489" sldId="257"/>
            <ac:cxnSpMk id="104" creationId="{0FF9BEFE-B7A9-4FF4-89BB-33781F91CA30}"/>
          </ac:cxnSpMkLst>
        </pc:cxnChg>
        <pc:cxnChg chg="del mod">
          <ac:chgData name="Hanke,Dr.,Nina (CPS ClinPh) BIP-DE-I" userId="d96c1b01-9ca2-4848-98f1-bb30d05930aa" providerId="ADAL" clId="{A5EFD3DA-AE80-4756-B139-A64124DEACB0}" dt="2026-06-23T14:59:09.905" v="10" actId="478"/>
          <ac:cxnSpMkLst>
            <pc:docMk/>
            <pc:sldMk cId="2088911489" sldId="257"/>
            <ac:cxnSpMk id="112" creationId="{D0917519-090A-4A49-ABD9-982827D3038F}"/>
          </ac:cxnSpMkLst>
        </pc:cxnChg>
        <pc:cxnChg chg="del mod">
          <ac:chgData name="Hanke,Dr.,Nina (CPS ClinPh) BIP-DE-I" userId="d96c1b01-9ca2-4848-98f1-bb30d05930aa" providerId="ADAL" clId="{A5EFD3DA-AE80-4756-B139-A64124DEACB0}" dt="2026-06-23T14:59:23.702" v="17" actId="478"/>
          <ac:cxnSpMkLst>
            <pc:docMk/>
            <pc:sldMk cId="2088911489" sldId="257"/>
            <ac:cxnSpMk id="117" creationId="{9D2E5A2F-7F8C-401C-9C6A-2AF1D20AB953}"/>
          </ac:cxnSpMkLst>
        </pc:cxnChg>
        <pc:cxnChg chg="del mod">
          <ac:chgData name="Hanke,Dr.,Nina (CPS ClinPh) BIP-DE-I" userId="d96c1b01-9ca2-4848-98f1-bb30d05930aa" providerId="ADAL" clId="{A5EFD3DA-AE80-4756-B139-A64124DEACB0}" dt="2026-06-23T14:59:07.896" v="9" actId="478"/>
          <ac:cxnSpMkLst>
            <pc:docMk/>
            <pc:sldMk cId="2088911489" sldId="257"/>
            <ac:cxnSpMk id="143" creationId="{BA060CCB-E7DC-4D18-9D56-E48AC35FC14C}"/>
          </ac:cxnSpMkLst>
        </pc:cxnChg>
        <pc:cxnChg chg="del mod">
          <ac:chgData name="Hanke,Dr.,Nina (CPS ClinPh) BIP-DE-I" userId="d96c1b01-9ca2-4848-98f1-bb30d05930aa" providerId="ADAL" clId="{A5EFD3DA-AE80-4756-B139-A64124DEACB0}" dt="2026-06-23T14:59:06.213" v="8" actId="478"/>
          <ac:cxnSpMkLst>
            <pc:docMk/>
            <pc:sldMk cId="2088911489" sldId="257"/>
            <ac:cxnSpMk id="149" creationId="{DDE87805-09A5-4843-BA6D-48B3ED16FC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824885"/>
            <a:ext cx="6749654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2647331"/>
            <a:ext cx="6749654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AF7A-D1F1-44F6-9E50-C79D58050BA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2838-740C-420B-9518-DF4A7DEF82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347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AF7A-D1F1-44F6-9E50-C79D58050BA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2838-740C-420B-9518-DF4A7DEF82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256579"/>
            <a:ext cx="7762102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3373044"/>
            <a:ext cx="7762102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AF7A-D1F1-44F6-9E50-C79D58050BA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2838-740C-420B-9518-DF4A7DEF82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09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341750"/>
            <a:ext cx="3824804" cy="319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341750"/>
            <a:ext cx="3824804" cy="319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AF7A-D1F1-44F6-9E50-C79D58050BA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2838-740C-420B-9518-DF4A7DEF82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750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268350"/>
            <a:ext cx="7762102" cy="9742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235577"/>
            <a:ext cx="380722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841114"/>
            <a:ext cx="3807226" cy="270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1235577"/>
            <a:ext cx="382597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841114"/>
            <a:ext cx="3825976" cy="270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AF7A-D1F1-44F6-9E50-C79D58050BA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2838-740C-420B-9518-DF4A7DEF82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611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AF7A-D1F1-44F6-9E50-C79D58050BA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2838-740C-420B-9518-DF4A7DEF82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20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AF7A-D1F1-44F6-9E50-C79D58050BA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2838-740C-420B-9518-DF4A7DEF82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36021"/>
            <a:ext cx="2902585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725712"/>
            <a:ext cx="4556016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512094"/>
            <a:ext cx="2902585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AF7A-D1F1-44F6-9E50-C79D58050BA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2838-740C-420B-9518-DF4A7DEF82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26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36021"/>
            <a:ext cx="2902585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725712"/>
            <a:ext cx="4556016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512094"/>
            <a:ext cx="2902585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AF7A-D1F1-44F6-9E50-C79D58050BA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2838-740C-420B-9518-DF4A7DEF82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421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AF7A-D1F1-44F6-9E50-C79D58050BA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2838-740C-420B-9518-DF4A7DEF82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479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268350"/>
            <a:ext cx="1940525" cy="42714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268350"/>
            <a:ext cx="5709082" cy="42714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5AF7A-D1F1-44F6-9E50-C79D58050BA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92838-740C-420B-9518-DF4A7DEF82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86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268350"/>
            <a:ext cx="7762102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341750"/>
            <a:ext cx="7762102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4671624"/>
            <a:ext cx="2024896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5AF7A-D1F1-44F6-9E50-C79D58050BA4}" type="datetimeFigureOut">
              <a:rPr lang="en-US" smtClean="0"/>
              <a:t>6/23/2026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4671624"/>
            <a:ext cx="3037344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4671624"/>
            <a:ext cx="2024896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92838-740C-420B-9518-DF4A7DEF82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5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29FE66A5-143A-7B46-44F1-7AFCDE5A4FD8}"/>
              </a:ext>
            </a:extLst>
          </p:cNvPr>
          <p:cNvGrpSpPr/>
          <p:nvPr/>
        </p:nvGrpSpPr>
        <p:grpSpPr>
          <a:xfrm>
            <a:off x="-16043" y="0"/>
            <a:ext cx="9000000" cy="5040000"/>
            <a:chOff x="-16043" y="0"/>
            <a:chExt cx="9000000" cy="5040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CAE344D-4F0E-B748-6127-5C543E13F4BC}"/>
                </a:ext>
              </a:extLst>
            </p:cNvPr>
            <p:cNvGrpSpPr/>
            <p:nvPr/>
          </p:nvGrpSpPr>
          <p:grpSpPr>
            <a:xfrm>
              <a:off x="-16043" y="0"/>
              <a:ext cx="9000000" cy="5040000"/>
              <a:chOff x="625" y="0"/>
              <a:chExt cx="9000000" cy="5040000"/>
            </a:xfrm>
          </p:grpSpPr>
          <p:sp>
            <p:nvSpPr>
              <p:cNvPr id="90" name="Rechteck 89">
                <a:extLst>
                  <a:ext uri="{FF2B5EF4-FFF2-40B4-BE49-F238E27FC236}">
                    <a16:creationId xmlns:a16="http://schemas.microsoft.com/office/drawing/2014/main" id="{A44146A4-80AA-4FB5-8B0A-6BB19B353D43}"/>
                  </a:ext>
                </a:extLst>
              </p:cNvPr>
              <p:cNvSpPr/>
              <p:nvPr/>
            </p:nvSpPr>
            <p:spPr bwMode="gray">
              <a:xfrm rot="16200000">
                <a:off x="-371049" y="3582269"/>
                <a:ext cx="1791642" cy="548087"/>
              </a:xfrm>
              <a:prstGeom prst="rect">
                <a:avLst/>
              </a:prstGeom>
              <a:gradFill flip="none" rotWithShape="1">
                <a:gsLst>
                  <a:gs pos="0">
                    <a:srgbClr val="00BCFF">
                      <a:shade val="30000"/>
                      <a:satMod val="115000"/>
                    </a:srgbClr>
                  </a:gs>
                  <a:gs pos="50000">
                    <a:srgbClr val="00BCFF">
                      <a:shade val="67500"/>
                      <a:satMod val="115000"/>
                    </a:srgbClr>
                  </a:gs>
                  <a:gs pos="100000">
                    <a:srgbClr val="00BCFF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r>
                  <a:rPr lang="de-DE" sz="1600" b="1" kern="0" dirty="0">
                    <a:solidFill>
                      <a:srgbClr val="FFFFFF"/>
                    </a:solidFill>
                    <a:latin typeface="Arial"/>
                    <a:cs typeface="Arial"/>
                  </a:rPr>
                  <a:t>Victim</a:t>
                </a:r>
              </a:p>
            </p:txBody>
          </p:sp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0A357C56-BAD9-4853-91EE-2F1649F1828A}"/>
                  </a:ext>
                </a:extLst>
              </p:cNvPr>
              <p:cNvSpPr/>
              <p:nvPr/>
            </p:nvSpPr>
            <p:spPr bwMode="gray">
              <a:xfrm>
                <a:off x="625" y="0"/>
                <a:ext cx="9000000" cy="5040000"/>
              </a:xfrm>
              <a:prstGeom prst="rect">
                <a:avLst/>
              </a:prstGeom>
              <a:noFill/>
              <a:ln w="76200" cap="flat" cmpd="sng" algn="ctr">
                <a:solidFill>
                  <a:srgbClr val="10384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en-US" kern="0" dirty="0">
                  <a:solidFill>
                    <a:srgbClr val="FFFFFF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89" name="Rechteck 88">
                <a:extLst>
                  <a:ext uri="{FF2B5EF4-FFF2-40B4-BE49-F238E27FC236}">
                    <a16:creationId xmlns:a16="http://schemas.microsoft.com/office/drawing/2014/main" id="{B01FC0D7-7C44-4907-8594-22DB3C47610D}"/>
                  </a:ext>
                </a:extLst>
              </p:cNvPr>
              <p:cNvSpPr/>
              <p:nvPr/>
            </p:nvSpPr>
            <p:spPr bwMode="gray">
              <a:xfrm rot="16200000">
                <a:off x="-703723" y="1277947"/>
                <a:ext cx="2462212" cy="542847"/>
              </a:xfrm>
              <a:prstGeom prst="rect">
                <a:avLst/>
              </a:prstGeom>
              <a:gradFill flip="none" rotWithShape="1">
                <a:gsLst>
                  <a:gs pos="0">
                    <a:srgbClr val="D30F4B">
                      <a:shade val="30000"/>
                      <a:satMod val="115000"/>
                    </a:srgbClr>
                  </a:gs>
                  <a:gs pos="50000">
                    <a:srgbClr val="BD0039"/>
                  </a:gs>
                  <a:gs pos="100000">
                    <a:srgbClr val="D30F4B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r>
                  <a:rPr lang="de-DE" sz="1600" b="1" kern="0" dirty="0">
                    <a:solidFill>
                      <a:srgbClr val="FFFFFF"/>
                    </a:solidFill>
                    <a:latin typeface="Arial"/>
                    <a:cs typeface="Arial"/>
                  </a:rPr>
                  <a:t>Perpetrator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922F67E-2DB7-2990-EE2E-9673A11E6930}"/>
                </a:ext>
              </a:extLst>
            </p:cNvPr>
            <p:cNvGrpSpPr/>
            <p:nvPr/>
          </p:nvGrpSpPr>
          <p:grpSpPr>
            <a:xfrm>
              <a:off x="1459651" y="583096"/>
              <a:ext cx="6996912" cy="3873808"/>
              <a:chOff x="2044555" y="897964"/>
              <a:chExt cx="6996912" cy="387380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1C12B27-F697-1BBA-708D-CEAA0133A417}"/>
                  </a:ext>
                </a:extLst>
              </p:cNvPr>
              <p:cNvGrpSpPr/>
              <p:nvPr/>
            </p:nvGrpSpPr>
            <p:grpSpPr>
              <a:xfrm>
                <a:off x="2044555" y="897964"/>
                <a:ext cx="6307099" cy="3873808"/>
                <a:chOff x="3165475" y="1593396"/>
                <a:chExt cx="6307098" cy="3873809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AEEA506-9E99-0620-5474-552E4B8AB421}"/>
                    </a:ext>
                  </a:extLst>
                </p:cNvPr>
                <p:cNvSpPr txBox="1"/>
                <p:nvPr/>
              </p:nvSpPr>
              <p:spPr bwMode="gray">
                <a:xfrm>
                  <a:off x="4884085" y="5161993"/>
                  <a:ext cx="800661" cy="3052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40000"/>
                    </a:lnSpc>
                  </a:pPr>
                  <a:r>
                    <a:rPr lang="de-DE" sz="1600" b="1" kern="0" dirty="0">
                      <a:solidFill>
                        <a:srgbClr val="10384F"/>
                      </a:solidFill>
                      <a:latin typeface="Arial"/>
                      <a:cs typeface="Calibri" panose="020F0502020204030204" pitchFamily="34" charset="0"/>
                    </a:rPr>
                    <a:t>Digoxin</a:t>
                  </a:r>
                  <a:endParaRPr lang="en-US" sz="1600" b="1" kern="0" dirty="0">
                    <a:solidFill>
                      <a:srgbClr val="10384F"/>
                    </a:solidFill>
                    <a:latin typeface="Arial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BC66516-0225-9376-98E0-E3C56EE24628}"/>
                    </a:ext>
                  </a:extLst>
                </p:cNvPr>
                <p:cNvSpPr txBox="1"/>
                <p:nvPr/>
              </p:nvSpPr>
              <p:spPr bwMode="gray">
                <a:xfrm>
                  <a:off x="7016111" y="5143520"/>
                  <a:ext cx="1084182" cy="3126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40000"/>
                    </a:lnSpc>
                  </a:pPr>
                  <a:r>
                    <a:rPr lang="de-DE" sz="1600" b="1" kern="0" dirty="0">
                      <a:solidFill>
                        <a:srgbClr val="10384F"/>
                      </a:solidFill>
                      <a:latin typeface="Arial"/>
                      <a:cs typeface="Calibri" panose="020F0502020204030204" pitchFamily="34" charset="0"/>
                    </a:rPr>
                    <a:t>Dabigatran</a:t>
                  </a:r>
                  <a:endParaRPr lang="en-US" sz="1600" b="1" kern="0" dirty="0">
                    <a:solidFill>
                      <a:srgbClr val="10384F"/>
                    </a:solidFill>
                    <a:latin typeface="Arial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A9D3BD08-5D74-1C59-6F03-A3B275AC2933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623973" y="2691049"/>
                  <a:ext cx="1461458" cy="2573555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EBDFFBD2-4AC4-A967-A5E0-7552C1BB0924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569710" y="2028120"/>
                  <a:ext cx="613802" cy="3236484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B6EB250-512B-E9EF-A835-21490F1E887B}"/>
                    </a:ext>
                  </a:extLst>
                </p:cNvPr>
                <p:cNvSpPr txBox="1"/>
                <p:nvPr/>
              </p:nvSpPr>
              <p:spPr bwMode="gray">
                <a:xfrm>
                  <a:off x="3165475" y="2340335"/>
                  <a:ext cx="1067028" cy="3052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40000"/>
                    </a:lnSpc>
                  </a:pPr>
                  <a:r>
                    <a:rPr lang="de-DE" sz="1600" b="1" kern="0" dirty="0">
                      <a:solidFill>
                        <a:srgbClr val="10384F"/>
                      </a:solidFill>
                      <a:latin typeface="Arial"/>
                      <a:cs typeface="Calibri" panose="020F0502020204030204" pitchFamily="34" charset="0"/>
                    </a:rPr>
                    <a:t>Rifampicin</a:t>
                  </a:r>
                  <a:endParaRPr lang="en-US" sz="1600" b="1" kern="0" dirty="0">
                    <a:solidFill>
                      <a:srgbClr val="10384F"/>
                    </a:solidFill>
                    <a:latin typeface="Arial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CF526B3-0B08-A252-82DB-426F2F34CDB7}"/>
                    </a:ext>
                  </a:extLst>
                </p:cNvPr>
                <p:cNvSpPr txBox="1"/>
                <p:nvPr/>
              </p:nvSpPr>
              <p:spPr bwMode="gray">
                <a:xfrm>
                  <a:off x="4046737" y="1715470"/>
                  <a:ext cx="1063521" cy="3052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 algn="ctr">
                    <a:lnSpc>
                      <a:spcPct val="140000"/>
                    </a:lnSpc>
                    <a:defRPr sz="1600" b="1" kern="0">
                      <a:solidFill>
                        <a:srgbClr val="10384F"/>
                      </a:solidFill>
                      <a:latin typeface="Arial"/>
                      <a:cs typeface="Calibri" panose="020F0502020204030204" pitchFamily="34" charset="0"/>
                    </a:defRPr>
                  </a:lvl1pPr>
                </a:lstStyle>
                <a:p>
                  <a:r>
                    <a:rPr lang="de-DE" dirty="0"/>
                    <a:t>Verapamil</a:t>
                  </a:r>
                  <a:endParaRPr lang="en-US" dirty="0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6FD63F9-DD07-D3D2-CFC5-5BEE09C24A0F}"/>
                    </a:ext>
                  </a:extLst>
                </p:cNvPr>
                <p:cNvSpPr txBox="1"/>
                <p:nvPr/>
              </p:nvSpPr>
              <p:spPr bwMode="gray">
                <a:xfrm>
                  <a:off x="5563537" y="1593396"/>
                  <a:ext cx="1433212" cy="3052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 algn="ctr">
                    <a:lnSpc>
                      <a:spcPct val="140000"/>
                    </a:lnSpc>
                    <a:defRPr sz="1600" b="1" kern="0">
                      <a:solidFill>
                        <a:srgbClr val="10384F"/>
                      </a:solidFill>
                      <a:latin typeface="Arial"/>
                      <a:cs typeface="Calibri" panose="020F0502020204030204" pitchFamily="34" charset="0"/>
                    </a:defRPr>
                  </a:lvl1pPr>
                </a:lstStyle>
                <a:p>
                  <a:r>
                    <a:rPr lang="de-DE" dirty="0"/>
                    <a:t>Erythromycin</a:t>
                  </a:r>
                  <a:endParaRPr lang="en-US" dirty="0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179497C-7561-259C-418B-EB784ED1D0E5}"/>
                    </a:ext>
                  </a:extLst>
                </p:cNvPr>
                <p:cNvSpPr txBox="1"/>
                <p:nvPr/>
              </p:nvSpPr>
              <p:spPr bwMode="gray">
                <a:xfrm>
                  <a:off x="7324447" y="1641487"/>
                  <a:ext cx="1517042" cy="3052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40000"/>
                    </a:lnSpc>
                  </a:pPr>
                  <a:r>
                    <a:rPr lang="de-DE" sz="1600" b="1" kern="0" dirty="0">
                      <a:solidFill>
                        <a:srgbClr val="10384F"/>
                      </a:solidFill>
                      <a:latin typeface="Arial"/>
                      <a:cs typeface="Calibri" panose="020F0502020204030204" pitchFamily="34" charset="0"/>
                    </a:rPr>
                    <a:t>Clarithromycin</a:t>
                  </a:r>
                  <a:endParaRPr lang="en-US" sz="1600" b="1" kern="0" dirty="0">
                    <a:solidFill>
                      <a:srgbClr val="10384F"/>
                    </a:solidFill>
                    <a:latin typeface="Arial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02CB6076-457C-AC7D-BFDF-4E2DAEA11F14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57901" y="2686432"/>
                  <a:ext cx="3529602" cy="2539910"/>
                </a:xfrm>
                <a:prstGeom prst="straightConnector1">
                  <a:avLst/>
                </a:prstGeom>
                <a:ln w="254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B1039827-22D4-6E12-1D05-9B88876D51A5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689112" y="2037356"/>
                  <a:ext cx="2717177" cy="3184627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D975009D-E693-2928-5226-B1ABC17ABF51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5256303" y="1922253"/>
                  <a:ext cx="800661" cy="3346772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04ACA7D8-F5C4-522F-88FE-DE3634CE04E3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5344460" y="1970344"/>
                  <a:ext cx="2502960" cy="3294260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D6831D0E-DD54-A009-E162-5710421E9306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7496976" y="1963373"/>
                  <a:ext cx="462727" cy="3272205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F2193B45-F2FF-D269-ED33-DBBEFD0ED413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5465218" y="2601349"/>
                  <a:ext cx="3886597" cy="2646021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0FD43DCB-F7C6-1B0E-F6A7-10B260C2CC9A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7603776" y="2600977"/>
                  <a:ext cx="1868797" cy="2646844"/>
                </a:xfrm>
                <a:prstGeom prst="straightConnector1">
                  <a:avLst/>
                </a:prstGeom>
                <a:ln w="254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C9CE784B-DBE1-3AC9-A7FA-2F744289B1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15967304">
                  <a:off x="5678196" y="3446636"/>
                  <a:ext cx="1080000" cy="1655878"/>
                </a:xfrm>
                <a:prstGeom prst="flowChartTerminator">
                  <a:avLst/>
                </a:prstGeom>
                <a:solidFill>
                  <a:schemeClr val="bg1"/>
                </a:solidFill>
              </p:spPr>
            </p:pic>
          </p:grp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47A2F28-05AD-E08C-D62F-2B355417CF42}"/>
                  </a:ext>
                </a:extLst>
              </p:cNvPr>
              <p:cNvSpPr/>
              <p:nvPr/>
            </p:nvSpPr>
            <p:spPr>
              <a:xfrm>
                <a:off x="4602435" y="2773554"/>
                <a:ext cx="958153" cy="38992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388">
                  <a:defRPr/>
                </a:pPr>
                <a:r>
                  <a:rPr lang="de-DE" sz="2000" b="1" dirty="0">
                    <a:solidFill>
                      <a:prstClr val="black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P-gp</a:t>
                </a:r>
                <a:endParaRPr lang="en-US" sz="1400" b="1" dirty="0">
                  <a:solidFill>
                    <a:prstClr val="black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echteck 90">
                <a:extLst>
                  <a:ext uri="{FF2B5EF4-FFF2-40B4-BE49-F238E27FC236}">
                    <a16:creationId xmlns:a16="http://schemas.microsoft.com/office/drawing/2014/main" id="{9FA69C33-F653-ECCF-0169-D7739BE7DE74}"/>
                  </a:ext>
                </a:extLst>
              </p:cNvPr>
              <p:cNvSpPr/>
              <p:nvPr/>
            </p:nvSpPr>
            <p:spPr>
              <a:xfrm>
                <a:off x="7661838" y="1449184"/>
                <a:ext cx="1379629" cy="4770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algn="ctr" defTabSz="1221456">
                  <a:defRPr/>
                </a:pPr>
                <a:r>
                  <a:rPr lang="en-US" sz="1600" b="1" kern="0" dirty="0">
                    <a:solidFill>
                      <a:srgbClr val="10384F"/>
                    </a:solidFill>
                    <a:latin typeface="Arial"/>
                    <a:cs typeface="Calibri" panose="020F0502020204030204" pitchFamily="34" charset="0"/>
                  </a:rPr>
                  <a:t>Itraconazole</a:t>
                </a:r>
              </a:p>
              <a:p>
                <a:pPr algn="ctr" defTabSz="1221456">
                  <a:defRPr/>
                </a:pPr>
                <a:r>
                  <a:rPr lang="en-US" sz="900" b="1" kern="0" dirty="0">
                    <a:solidFill>
                      <a:srgbClr val="10384F"/>
                    </a:solidFill>
                    <a:latin typeface="Arial"/>
                    <a:cs typeface="Calibri" panose="020F0502020204030204" pitchFamily="34" charset="0"/>
                  </a:rPr>
                  <a:t>(+ metabolites)</a:t>
                </a:r>
                <a:endParaRPr lang="de-DE" sz="900" b="1" kern="0" dirty="0">
                  <a:solidFill>
                    <a:srgbClr val="10384F"/>
                  </a:solidFill>
                  <a:latin typeface="Arial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89114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hT6wefa85NhEnhF7n2UGQEAAAAAAADAAAAAAADAAAAAwADAAEA////////BQAAAAMAEAALjpG3e5FYD06+JAuZt9nszwQAAAABAAMAAAACAAMAAAAEAAQAAgD///////8FAAAABAAQAAvoQ/2FkFT4RazijJL4UDo3BAAAAAIAAwAAAAMAAwAAAAEA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/GAMYAAAAFX2lkABAAAAAEuFPrB59rzk2ESeEXufZQZANEYXRhAFMAAAAIUHJlc2VudGF0aW9uU2Nhbm5lZEZvckxpbmtlZFNoYXBlcwAAAk51bWJlckZvcm1hdFNlcGFyYXRvck1vZGUACgAAAEF1dG9tYXRpYwAAAk5hbWUAJAAAAExpbmtlZFNoYXBlUHJlc2VudGF0aW9uU2V0dGluZ3NEYXRhABBWZXJzaW9uAAAAAAAJTGFzdFdyaXRlAF1iLmmTAQAAAAEA/////4MAgwAAAAVfaWQAEAAAAASOkbd7kVgPTr4kC5m32ezPA0RhdGEAGwAAAARMaW5rZWRTaGFwZURhdGEABQAAAAAAAk5hbWUAGQAAAExpbmtlZFNoYXBlc0RhdGFQcm9wZXJ0eQAQVmVyc2lvbgAAAAAACUxhc3RXcml0ZQC5YS5pkwEAAAACAP////+DAIMAAAAFX2lkABAAAAAE6EP9hZBU+EWs4oyS+FA6NwNEYXRhABsAAAAETGlua2VkU2hhcGVEYXRhAAUAAAAAAAJOYW1lABkAAABMaW5rZWRTaGFwZXNEYXRhUHJvcGVydHkAEFZlcnNpb24AAQAAAAlMYXN0V3JpdGUALmIuaZM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hCwAAAAAAAAAAAAAgAf///////////////wAAAP///////////////wUAAAAC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JQAGTGlua2VkU2hhcGVQcmVzZW50YXRpb25TZXR0aW5nc0RhdGFfMAQAAAAAAAUAAAAAAAUAAAADAAMAAQEDAAAAAwD///////8aAAZMaW5rZWRTaGFwZXNEYXRhUHJvcGVydHlfMAQAAAABAAUAAAACAAUAAAAEAAQAAgEDAAAABAD///////8aAAZMaW5rZWRTaGFwZXNEYXRhUHJvcGVydHlfMQQAAAACAAUAAAADAAUAAAABAAU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82332678624827"/>
  <p:tag name="EMPOWERCHARTSPROPERTIES_A_LENGTH" val="24576"/>
</p:tagLst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4d292e-883c-434b-96e3-060cfff16c86"/>
    <_dlc_ExpireDateSaved xmlns="http://schemas.microsoft.com/sharepoint/v3" xsi:nil="true"/>
    <_dlc_ExpireDate xmlns="http://schemas.microsoft.com/sharepoint/v3" xsi:nil="true"/>
    <_dlc_Exempt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A02AC6D9EF9CA44BE2D7FE53E0F875C" ma:contentTypeVersion="12" ma:contentTypeDescription="Ein neues Dokument erstellen." ma:contentTypeScope="" ma:versionID="6c6d252082fd9ae2dc48941f9a6fd36f">
  <xsd:schema xmlns:xsd="http://www.w3.org/2001/XMLSchema" xmlns:xs="http://www.w3.org/2001/XMLSchema" xmlns:p="http://schemas.microsoft.com/office/2006/metadata/properties" xmlns:ns1="http://schemas.microsoft.com/sharepoint/v3" xmlns:ns2="1a4d292e-883c-434b-96e3-060cfff16c86" xmlns:ns3="aecc70ee-2d6e-4d6b-a98f-0dfc4d2572dc" xmlns:ns4="3f1a0a6d-c532-4d53-8c70-93adc7cbe80c" targetNamespace="http://schemas.microsoft.com/office/2006/metadata/properties" ma:root="true" ma:fieldsID="7789a1f2097b8e592a747d770cd7424d" ns1:_="" ns2:_="" ns3:_="" ns4:_="">
    <xsd:import namespace="http://schemas.microsoft.com/sharepoint/v3"/>
    <xsd:import namespace="1a4d292e-883c-434b-96e3-060cfff16c86"/>
    <xsd:import namespace="aecc70ee-2d6e-4d6b-a98f-0dfc4d2572dc"/>
    <xsd:import namespace="3f1a0a6d-c532-4d53-8c70-93adc7cbe80c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1:_dlc_Exempt" minOccurs="0"/>
                <xsd:element ref="ns1:_dlc_ExpireDateSaved" minOccurs="0"/>
                <xsd:element ref="ns1:_dlc_ExpireDate" minOccurs="0"/>
                <xsd:element ref="ns3:MediaServiceGenerationTime" minOccurs="0"/>
                <xsd:element ref="ns3:MediaServiceEventHashCod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10" nillable="true" ma:displayName="Von der Richtlinie ausgenommen" ma:hidden="true" ma:internalName="_dlc_Exempt" ma:readOnly="false">
      <xsd:simpleType>
        <xsd:restriction base="dms:Unknown"/>
      </xsd:simpleType>
    </xsd:element>
    <xsd:element name="_dlc_ExpireDateSaved" ma:index="11" nillable="true" ma:displayName="Ursprüngliches Ablaufdatum" ma:hidden="true" ma:internalName="_dlc_ExpireDateSaved" ma:readOnly="false">
      <xsd:simpleType>
        <xsd:restriction base="dms:DateTime"/>
      </xsd:simpleType>
    </xsd:element>
    <xsd:element name="_dlc_ExpireDate" ma:index="12" nillable="true" ma:displayName="Ablaufdatum" ma:hidden="true" ma:internalName="_dlc_ExpireDate" ma:readOnly="fals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d292e-883c-434b-96e3-060cfff16c86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b599c451-461d-4bcb-96b9-7f01ce286709}" ma:internalName="TaxCatchAll" ma:showField="CatchAllData" ma:web="3f1a0a6d-c532-4d53-8c70-93adc7cbe8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b599c451-461d-4bcb-96b9-7f01ce286709}" ma:internalName="TaxCatchAllLabel" ma:readOnly="true" ma:showField="CatchAllDataLabel" ma:web="3f1a0a6d-c532-4d53-8c70-93adc7cbe8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70ee-2d6e-4d6b-a98f-0dfc4d2572dc" elementFormDefault="qualified">
    <xsd:import namespace="http://schemas.microsoft.com/office/2006/documentManagement/types"/>
    <xsd:import namespace="http://schemas.microsoft.com/office/infopath/2007/PartnerControls"/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Metadata" ma:index="1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a0a6d-c532-4d53-8c70-93adc7cbe80c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haredContentType xmlns="Microsoft.SharePoint.Taxonomy.ContentTypeSync" SourceId="7bc43322-b630-4bac-8b27-31def233d1d0" ContentTypeId="0x0101" PreviousValue="fals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CF9CDC-7187-4C27-99A4-44DD755F7818}">
  <ds:schemaRefs>
    <ds:schemaRef ds:uri="http://schemas.microsoft.com/office/2006/metadata/properties"/>
    <ds:schemaRef ds:uri="http://schemas.microsoft.com/office/infopath/2007/PartnerControls"/>
    <ds:schemaRef ds:uri="1a4d292e-883c-434b-96e3-060cfff16c86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3AFBB2A2-6AEA-44D3-9E19-77C2996646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a4d292e-883c-434b-96e3-060cfff16c86"/>
    <ds:schemaRef ds:uri="aecc70ee-2d6e-4d6b-a98f-0dfc4d2572dc"/>
    <ds:schemaRef ds:uri="3f1a0a6d-c532-4d53-8c70-93adc7cbe8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E7F328-0877-4E3B-89D4-88D98111FCAF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04D729A8-6F7F-45FE-91C8-CB5671C0CFA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fd0b529-4a04-4616-88d2-531082d94bb8}" enabled="1" method="Standard" siteId="{e1f8af86-ee95-4718-bd0d-375b37366c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13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Sebastian Frechen</dc:creator>
  <cp:lastModifiedBy>Hanke,Dr.,Nina (CPS ClinPh) BIP-DE-I</cp:lastModifiedBy>
  <cp:revision>6</cp:revision>
  <dcterms:created xsi:type="dcterms:W3CDTF">2020-12-07T14:12:34Z</dcterms:created>
  <dcterms:modified xsi:type="dcterms:W3CDTF">2026-06-23T15:04:22Z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0x0101000A02AC6D9EF9CA44BE2D7FE53E0F875C</vt:lpwstr>
  </property>
  <property fmtid="{D5CDD505-2E9C-101B-9397-08002B2CF9AE}" pid="3" name="MSIP_Label_7f850223-87a8-40c3-9eb2-432606efca2a_Enabled">
    <vt:lpwstr>true</vt:lpwstr>
  </property>
  <property fmtid="{D5CDD505-2E9C-101B-9397-08002B2CF9AE}" pid="4" name="MSIP_Label_7f850223-87a8-40c3-9eb2-432606efca2a_SetDate">
    <vt:lpwstr>2022-01-13T11:43:11Z</vt:lpwstr>
  </property>
  <property fmtid="{D5CDD505-2E9C-101B-9397-08002B2CF9AE}" pid="5" name="MSIP_Label_7f850223-87a8-40c3-9eb2-432606efca2a_Method">
    <vt:lpwstr>Standard</vt:lpwstr>
  </property>
  <property fmtid="{D5CDD505-2E9C-101B-9397-08002B2CF9AE}" pid="6" name="MSIP_Label_7f850223-87a8-40c3-9eb2-432606efca2a_Name">
    <vt:lpwstr>7f850223-87a8-40c3-9eb2-432606efca2a</vt:lpwstr>
  </property>
  <property fmtid="{D5CDD505-2E9C-101B-9397-08002B2CF9AE}" pid="7" name="MSIP_Label_7f850223-87a8-40c3-9eb2-432606efca2a_SiteId">
    <vt:lpwstr>fcb2b37b-5da0-466b-9b83-0014b67a7c78</vt:lpwstr>
  </property>
  <property fmtid="{D5CDD505-2E9C-101B-9397-08002B2CF9AE}" pid="8" name="MSIP_Label_7f850223-87a8-40c3-9eb2-432606efca2a_ContentBits">
    <vt:lpwstr>0</vt:lpwstr>
  </property>
</Properties>
</file>